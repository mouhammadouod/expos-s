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0ABA0B-4FD4-40C6-8F83-1A217354B4F7}" v="7" dt="2021-06-17T15:31:54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28FF3-066B-40F6-85BA-178C0BBF1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5BD097-30D3-4950-BCEB-8132AAE455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1AD285-8D32-4D01-AB7C-EC22151A2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02AA4-FE57-4C92-AC23-1D0E604E5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780E1-02D9-4C10-9545-A652FB5B0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7686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141E9-60CC-45E3-B4E1-3A5FF8AF7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37FB5-156D-4B4A-AEA6-1B772D899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303FE-6B94-40E4-8CB8-FF763F5E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B6A48-45CD-44D3-8D29-AE6E3A37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373E4-DD6C-4107-A0F7-655115FF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0163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82B2D-FE4F-4229-B432-986AEEF9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2781D4-ABF8-400C-B9A4-34C9346F8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DC3A6-7DE2-42F1-B68E-D823455EF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D3BDF-40C3-4401-B753-BBF4E30C8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F13B6-C1B5-4627-957F-5D2FA334B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644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2392A-E8F2-4926-878E-B4546C58E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420E8-1485-46CE-B9CC-0057557417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0E0D7-CB04-4DB4-A6DF-37FE1B6F4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14637-8AA8-4C17-B454-AFA4ACEC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E8589-4263-40A8-A429-B6974CB3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5B68ED-E07A-4643-B5A2-62E736B3C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8689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1FDB-EB2A-48F0-81AE-52C034B4C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2E9CD-9287-4398-A127-03EFE56A2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ED8E06-3704-428C-81E2-E7DD58F2B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F0AA8E-FE7E-4424-AA53-6DD57B033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14A3F8-BBA6-4239-B6EC-2D2FC5A38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9A2325-54F1-439A-BFB6-FCBCD45F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CD3604-06D5-4C9F-BBB0-5C7EB111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FAE46-BF58-46DF-A5F9-5D2563B62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428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058D1-17FB-4242-90D0-354CCDF1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E759E-8A95-477F-8265-651EC9D2D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C911F-26F5-47A5-8BC2-2688FF916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15FC6-577A-49F6-9830-844482A5C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795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FDCA62-C107-4B0D-978D-928A50A07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7382F8-E604-4B47-8D84-A9DA51BBF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F6FD0-C5F3-4B92-BB2B-7B7B8E599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288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C621D-20E3-4F97-9A14-8AC79B6E6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FAB72-4400-4F93-A203-1071109D0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B74FA-674C-441C-82DB-A1C4ECF91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28E364-CE3C-40A0-88D2-BFC6420F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2AB90E-4523-4FDD-A9C8-FA80BA4F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AE98A1-F202-43DA-80E1-BFC78A974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94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66A4A-1593-49B7-828A-0CB12F6B6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D44454-6818-4F34-A831-24BCFAA12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6A802-C263-44E6-8CA6-9696600B7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527A99-D064-4621-A80D-011B1C55A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4E498-8095-4DC8-967F-19325DD06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26BA3-13D8-45EB-87EE-674D3FF17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523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8606E-D8BB-4053-A429-170723B1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86A16B-3B93-40BB-A07E-61E9F7EFB1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4E3C9-2838-4F8C-A10D-2D5833147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A34E3-90D7-43A3-BD47-C3B042D9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64FA-50F3-481C-AA58-7E9F94EE5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612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320AD9-A85D-47EC-B7A1-B9DB44E6E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83415-FAB2-45D7-80D2-6D34F46F5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71EE4-46F2-41D4-909C-BAD82A290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8A07F-E962-47CC-85BB-49B1089CE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948D6-3C83-4D37-820E-8F4F2353D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115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47D668-AD48-45A8-908F-B09077645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FDDFBB-F9EE-4C5E-90D8-6775BC2F4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2C8AB-ED8B-49B1-9DE7-5764810522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43ED34-A22D-4964-B530-50B7E9445154}" type="datetimeFigureOut">
              <a:rPr lang="fr-FR" smtClean="0"/>
              <a:t>17/06/2021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E536A-CE40-4548-B789-4FAB21A01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2AFA0-50C8-47F3-818F-48EE2FF50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EC011-D1C0-410E-B442-DC6C95E323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2932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3287D5-B5B9-4BE9-BC0C-39FE46DE5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4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4194F0-7685-4954-8C8E-A254C3173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262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445250-DB5D-49C9-9870-2FF083670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1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D6E49D-516A-4F49-8E43-0134FF2C8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41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C87D40-DF92-4A71-BBAD-18D20E7E6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8853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62764A-FDDF-4E63-9631-B823927D7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307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681C4E-AB2D-4853-8C4E-28D5CB006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08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6542DC8-28B3-4E75-93BE-6571E6C6C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" y="0"/>
            <a:ext cx="121539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669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A7D445-CC05-48FC-8341-51A6015F8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55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3E0C7D-F177-4517-8A82-ED7C2BD2D4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09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11">
            <a:extLst>
              <a:ext uri="{FF2B5EF4-FFF2-40B4-BE49-F238E27FC236}">
                <a16:creationId xmlns:a16="http://schemas.microsoft.com/office/drawing/2014/main" id="{8EF0120A-9B09-4F68-B421-60BD9C9E4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967" y="457200"/>
            <a:ext cx="8838066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882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17FAE9-6DDF-4FCE-B435-E439118EA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666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Grand écran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Mouhammed2</dc:creator>
  <cp:lastModifiedBy>Mouhammed2</cp:lastModifiedBy>
  <cp:revision>12</cp:revision>
  <dcterms:created xsi:type="dcterms:W3CDTF">2021-06-16T15:19:39Z</dcterms:created>
  <dcterms:modified xsi:type="dcterms:W3CDTF">2021-06-17T16:46:33Z</dcterms:modified>
</cp:coreProperties>
</file>